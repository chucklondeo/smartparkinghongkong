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CC">
              <a:alpha val="8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香港智慧停车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C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整合解决方案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3F5"/>
                </a:solidFill>
              </a:rPr>
              <a:t>八达通 · 微信支付 · 支付宝 · 信用卡 · FPS  全场景覆盖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</a:rPr>
              <a:t>新建 · 旧改  双路径赋能香港停车智能化升级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</a:rPr>
              <a:t>LONDEO LIMITED  ·  智慧停车解决方案专家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73659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CB6"/>
                </a:solidFill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  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香港停车市场现状与痛点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441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我们的核心优势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2821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2821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香港本地支付整合（八达通 / 微信支付 / 支付宝 / FPS / 信用卡）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122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1226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停车AI黑盒 — 核心硬件产品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9631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496312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SaaS云平台 — 多层级管理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自助缴费机软件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26440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26440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停车模式架构（本地 / 半云 / 纯云）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64845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64845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旧改方案 — 低成本快速升级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0325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09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03250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新建方案 — 全栈智能化交付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香港停车市场现状与痛点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046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</a:rPr>
              <a:t>MARKET INSIGHT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支付方式单一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51790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现有停车场多依赖纸票+现金，缺乏八达通/移动支付整合，用户体验落后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旧设备难升级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51790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大量旧式停车场设备老化，维护成本高，但全套翻新预算压力大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65392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管理效率低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51790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缺乏云端数据分析，无法实时掌握车位占用率、收费漏洞难追溯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6112" y="2971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系统孤岛问题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30098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各场系统互不兼容，跨场统一管理几乎不可能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30752" y="2971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香港本地化空白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30098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市面缺乏真正针对香港法规与支付生态深度定制的整体解决方案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8036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65392" y="2971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大湾区机遇未释放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3300984"/>
            <a:ext cx="2322576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港人北上、粤港澳车辆互通日增，两地停车系统无法互联互通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LONDEO — 核心竞争优势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" cy="25603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046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C"/>
                </a:solidFill>
              </a:rPr>
              <a:t>OUR EDGE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828800" cy="9144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</a:rPr>
              <a:t>6人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3F5"/>
                </a:solidFill>
              </a:rPr>
              <a:t>纯研发团队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828800" cy="9144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</a:rPr>
              <a:t>10年+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3F5"/>
                </a:solidFill>
              </a:rPr>
              <a:t>行业经验领衔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828800" cy="9144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97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</a:rPr>
              <a:t>21种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3F5"/>
                </a:solidFill>
              </a:rPr>
              <a:t>语言版本支持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51560"/>
            <a:ext cx="1828800" cy="9144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97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</a:rPr>
              <a:t>5年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1600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3F5"/>
                </a:solidFill>
              </a:rPr>
              <a:t>系统稳定保障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4884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58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SW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纯软件解决方案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6946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只做软件，不做硬件竞争。为所有硬件厂商提供最佳适配服务，快速集成市面主流道闸/相机品牌。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14884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4884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258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HW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30752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全兼容硬件架构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56946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支持市面通用道闸、相机、自助缴费机，无需绑定品牌，香港现有设备均可接入。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14884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14884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258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CL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65392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三种部署模式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256946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本地局域网 / 半云 / 纯云，按场地实际情况灵活选择，旧改新建皆适用。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118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21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HK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96112" y="37033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香港全支付生态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" y="403250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业内唯一深度整合八达通+微信支付+支付宝+FPS+Visa/Master的停车软件平台。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61188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36118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721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GZ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730752" y="37033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大陆经验落地HK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64992" y="403250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深耕内地大城市智慧停车10年以上，成熟的AI车牌识别、无感支付直接复制到香港市场。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3611880"/>
            <a:ext cx="2651760" cy="135331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3611880"/>
            <a:ext cx="2651760" cy="3657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721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CC"/>
                </a:solidFill>
              </a:rPr>
              <a:t>MB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565392" y="37033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手机端统一管理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99632" y="4032504"/>
            <a:ext cx="232257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0E3F5"/>
                </a:solidFill>
              </a:rPr>
              <a:t>一部手机管理多个车场，远程开闸、实时数据、报表分析，跨境管理无压力。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香港本地支付全生态整合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</a:rPr>
              <a:t>PAYMENT INTEGRATION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66"/>
                </a:solidFill>
              </a:rPr>
              <a:t>业内唯一深度整合香港所有主流支付方式，真正做到「无感通行、多元支付、一站结算」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508760" cy="68580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八达通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Octopus Card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1508760" cy="685800"/>
          </a:xfrm>
          <a:prstGeom prst="rect">
            <a:avLst/>
          </a:prstGeom>
          <a:solidFill>
            <a:srgbClr val="07C160"/>
          </a:solidFill>
          <a:ln w="12700">
            <a:solidFill>
              <a:srgbClr val="07C1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361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微信支付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18288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WeChat Pay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03520" y="1463040"/>
            <a:ext cx="1508760" cy="6858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5361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支付宝HK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Alipay HK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508760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4505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转数快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80360" y="2377440"/>
            <a:ext cx="1508760" cy="68580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80360" y="24505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Visa/MC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27432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信用卡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03520" y="2377440"/>
            <a:ext cx="150876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24505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Apple Pay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7432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Google Pay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支付流程架构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1371600" cy="77724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749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车辆进场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AI识牌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4087368"/>
            <a:ext cx="3200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3749040"/>
            <a:ext cx="1371600" cy="77724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57400" y="3749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停车计费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实时云端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4087368"/>
            <a:ext cx="3200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3749040"/>
            <a:ext cx="1371600" cy="77724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49040" y="3749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多元支付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一键选择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4087368"/>
            <a:ext cx="3200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3749040"/>
            <a:ext cx="1371600" cy="77724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3749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无感抬闸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自动放行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4087368"/>
            <a:ext cx="3200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749040"/>
            <a:ext cx="1371600" cy="77724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32320" y="3749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数据归档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报表分析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</a:rPr>
              <a:t>✦  支持现金找零自助缴费机  ✦  支持月租卡 / 特免车  ✦  支持访客预约码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停车AI黑盒 — 核心控制单元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C"/>
                </a:solidFill>
              </a:rPr>
              <a:t>AI CORE UNIT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技术规格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操作系统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4447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Linux（开源，无版权风险）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4767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系统架构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9476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B/S 架构，局域网浏览器直接访问，无需安装软件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05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支持语言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4505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21种语言，含中文繁体 / 英文 / 日文等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535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最低配置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9535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带3进3出通道（可扩展）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564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稳定性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4564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5年不宕机保障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02336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593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识别方式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9593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AI车牌识别 + 刷卡 + 纸票（三合一）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C"/>
                </a:solidFill>
              </a:rPr>
              <a:t>产品优势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931920" cy="64008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371600"/>
            <a:ext cx="45720" cy="6400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42646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B/S 零客户端安装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16824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纯B/S架构，现场管理员用手机/平板即可操作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084832"/>
            <a:ext cx="3931920" cy="64008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84832"/>
            <a:ext cx="45720" cy="6400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1396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OEM 中性品牌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23957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支持替换Logo，贴牌交付，合作商无顾虑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798064"/>
            <a:ext cx="3931920" cy="64008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798064"/>
            <a:ext cx="45720" cy="6400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529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全硬件兼容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1089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支持市面通用品牌道闸、相机、读卡器，香港现有设备可直接接入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511296"/>
            <a:ext cx="3931920" cy="64008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511296"/>
            <a:ext cx="45720" cy="6400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5661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 多模式联网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56048" y="38221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本地局域网 / 半云 / 纯云，按实际网络条件自动切换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224528"/>
            <a:ext cx="3931920" cy="64008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224528"/>
            <a:ext cx="45720" cy="6400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42793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AI免人工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56048" y="453542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车牌识别准确率99%+，减少人工值守成本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SaaS云平台 — 多层级统一管理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0"/>
                </a:solidFill>
              </a:rPr>
              <a:t>SAAS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160"/>
                </a:solidFill>
              </a:rPr>
              <a:t>[WEB]  网页端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538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多语言界面（繁体中文 / 英文 / 简体中文）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470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110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多层级账户管理（总部→区域→单场）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042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682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实时车位占用率 &amp; 收入报表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614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254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纯云 / 半云 混合模式切换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186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826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香港全支付系统打通（八达通/微信/支付宝/FPS）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393192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75888"/>
            <a:ext cx="54864" cy="38404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98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停车数据大屏，管理层决策支持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005840"/>
            <a:ext cx="36576" cy="384048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160"/>
                </a:solidFill>
              </a:rPr>
              <a:t>[APP]  手机端App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3898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898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538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一部手机管理多个车场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470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9110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远程开关闸控制（一键操作）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3042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3042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3682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实时监控相机画面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7614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7614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8254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扫码缴费 &amp; 快速支付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186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2186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826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月租车管理 &amp; 黑白名单设置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675888"/>
            <a:ext cx="397764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CCE0F5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67588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7398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异常告警推送（车位爆满/故障预警）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自助缴费机软件 — 香港本地化定制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SELF-SERVICE TERMINAL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港币纸币 / 硬币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支持港币所有面额纸币及硬币接收，自动找零，适配香港本地货币体系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小票打印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支持热敏小票打印，包含缴费金额、车牌、时间戳，满足商业收据需求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95728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多元电子支付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072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八达通拍卡 / 微信支付 / 支付宝HK / FPS转数快 / Visa / Mastercard 全覆盖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95728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95728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繁体中文界面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072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默认繁体中文，可切换英文，界面简洁直观，长者友好设计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94176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云端联机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05656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实时与云平台同步，缴费记录秒级上传，财务对账零误差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94176"/>
            <a:ext cx="4023360" cy="1170432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94176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免值守运营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05656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AI自动计费，异常自动告警，大幅降低人工成本，7x24小时稳定运行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三种部署模式 — 灵活适配各类场景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160"/>
                </a:solidFill>
              </a:rPr>
              <a:t>DEPLOYMENT MODES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794760"/>
          </a:xfrm>
          <a:prstGeom prst="rect">
            <a:avLst/>
          </a:prstGeom>
          <a:solidFill>
            <a:srgbClr val="1A3160"/>
          </a:solidFill>
          <a:ln w="2540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CC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本地局域网模式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</a:rPr>
              <a:t>Local 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242316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76272"/>
            <a:ext cx="23957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AI黑盒为中枢，所有设备局域网互通，无需外网连接。适合网络基础薄弱或数据安全要求高的场地（如私人会所、政府停车场）。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342900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CC"/>
                </a:solidFill>
              </a:rPr>
              <a:t>✓ 零网络依赖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70332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CC"/>
                </a:solidFill>
              </a:rPr>
              <a:t>✓ 数据本地存储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397764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CC"/>
                </a:solidFill>
              </a:rPr>
              <a:t>✓ 最高安全级别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97480" cy="3794760"/>
          </a:xfrm>
          <a:prstGeom prst="rect">
            <a:avLst/>
          </a:prstGeom>
          <a:solidFill>
            <a:srgbClr val="1A3160"/>
          </a:solidFill>
          <a:ln w="254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0972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10712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半云模式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0712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Hybrid Cloud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084832"/>
            <a:ext cx="242316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176272"/>
            <a:ext cx="23957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本地局域网处理进出场逻辑，云端同步数据报表与远程管理。网络中断时本地自动接管，恢复后自动同步。适合大多数商业停车场。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0712" y="342900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✓ 本地+云端双保险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0712" y="370332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✓ 断网不停运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10712" y="397764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✓ 远程管理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005840"/>
            <a:ext cx="2697480" cy="3794760"/>
          </a:xfrm>
          <a:prstGeom prst="rect">
            <a:avLst/>
          </a:prstGeom>
          <a:solidFill>
            <a:srgbClr val="1A3160"/>
          </a:solidFill>
          <a:ln w="25400">
            <a:solidFill>
              <a:srgbClr val="C8102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0972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91072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纯云模式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91072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102E"/>
                </a:solidFill>
              </a:rPr>
              <a:t>Full Cloud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084832"/>
            <a:ext cx="242316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176272"/>
            <a:ext cx="23957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设备直连云平台，无AI黑盒本地服务器，部署成本最低。适合新建小型停车场、无人值守场地或希望零硬件维护的运营商。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1072" y="342900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</a:rPr>
              <a:t>✓ 零服务器维护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370332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</a:rPr>
              <a:t>✓ 极速部署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91072" y="3977640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</a:rPr>
              <a:t>✓ 最低初期成本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旧改方案 — 低成本快速升级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RENOVATION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核心理念：保留现有设备，软件升级赋能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" y="1801368"/>
            <a:ext cx="3657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72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现场评估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3F5"/>
                </a:solidFill>
              </a:rPr>
              <a:t>评估现有道闸、相机、票箱型号，确认可接入性，提供改造方案报价（通常1工作日内完成）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2487168"/>
            <a:ext cx="3657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579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AI黑盒接入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3F5"/>
                </a:solidFill>
              </a:rPr>
              <a:t>安装停车AI黑盒，通过局域网接入现有设备，无需拆除大量硬件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46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" y="3172968"/>
            <a:ext cx="3657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437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支付升级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3F5"/>
                </a:solidFill>
              </a:rPr>
              <a:t>加装八达通读卡器 / 二维码扫描模块，现有缴费机升级软件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" y="3858768"/>
            <a:ext cx="3657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295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云平台开通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7490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3F5"/>
                </a:solidFill>
              </a:rPr>
              <a:t>SaaS账户配置，远程完成，当天可完成管理后台上线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062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153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培训交付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3F5"/>
                </a:solidFill>
              </a:rPr>
              <a:t>半天培训完成管理员操作上手，提供中文使用手册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</a:rPr>
              <a:t>旧改方案优势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463040"/>
            <a:ext cx="4023360" cy="74980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15361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[省]  投资节省60%+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8288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无需整场硬件翻新，仅添置AI黑盒及支付模块，ROI周期大幅缩短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331720"/>
            <a:ext cx="4023360" cy="74980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4048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[快]  3-5天完成交付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69748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软件配置远程完成，现场施工时间极短，停车场营业影响最小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023360" cy="74980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32735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[扩]  渐进式升级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56616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可分阶段投入，先接入支付，后扩展云管理，资金压力可控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069080"/>
            <a:ext cx="4023360" cy="74980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41422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[保]  原有设备保护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43484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现有道闸相机正常使用，不浪费已有投资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新建方案 — 全栈智能化交付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C"/>
                </a:solidFill>
              </a:rPr>
              <a:t>NEW BUILD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从设计到交付，一站式智慧停车全套解决方案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97480" cy="2926080"/>
          </a:xfrm>
          <a:prstGeom prst="rect">
            <a:avLst/>
          </a:prstGeom>
          <a:solidFill>
            <a:srgbClr val="3A5F8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硬件层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24231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AI识别相机（进出场）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道闸主板控制器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自助缴费机（含八达通/移动支付）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LED显示屏（剩余车位）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出入口对讲系统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97480" cy="2926080"/>
          </a:xfrm>
          <a:prstGeom prst="rect">
            <a:avLst/>
          </a:prstGeom>
          <a:solidFill>
            <a:srgbClr val="1A7A6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3533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软件层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1719072"/>
            <a:ext cx="24231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105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停车AI黑盒（本地控制中枢）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12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SaaS云管理平台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6151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手机管理App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自助缴费机软件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41985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多支付通道中间件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97480" cy="2926080"/>
          </a:xfrm>
          <a:prstGeom prst="rect">
            <a:avLst/>
          </a:prstGeom>
          <a:solidFill>
            <a:srgbClr val="6B4E8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3533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运营层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719072"/>
            <a:ext cx="24231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81051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月租/季租/年租自动续费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212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访客预约停车系统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6151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动态定价模块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01752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大数据分析报告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41985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多场统一运营中心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31596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[设计] 设计阶段介入，帮助规划最优通道数量与硬件选型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431596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[建设] 新建项目支持预埋网络线路，实现真正无缝智能化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31596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[未来] 预留智能导航、EV充电桩管理接口，面向未来扩展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大陆经验 × 香港落地 — 双向赋能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7772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</a:rPr>
              <a:t>GBA SYNERGY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内地停车系统成熟优势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超大规模城市停车管理经验（千位以上车场）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AI车牌识别技术迭代10年，识别率99.9%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微信/支付宝无感支付深度整合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980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ETC高速联动、新能源车管理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3697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智慧城市停车大数据分析平台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84048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758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成熟的运维体系与远程诊断能力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286000"/>
            <a:ext cx="320040" cy="731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38912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CC"/>
                </a:solidFill>
              </a:rPr>
              <a:t>移植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4CC"/>
                </a:solidFill>
              </a:rPr>
              <a:t>升级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10515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CC"/>
                </a:solidFill>
              </a:rPr>
              <a:t>香港本地化深度定制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417320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48132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八达通（Octopus）深度打通，实时扣款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1856232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92024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FPS转数快支付集成，港元即时结算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295144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35915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繁体中文界面 + 英文双语支持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734056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79806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香港法规合规（泊车费率、收据格式）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172968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23697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跨境粤港澳车牌识别（粤→港→澳）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611880"/>
            <a:ext cx="3794760" cy="384048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6758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&gt;&gt;  大湾区车辆统一管理，拓展内地客群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</a:rPr>
              <a:t>香港为起点 — 大湾区停车网络拓展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31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229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</a:rPr>
              <a:t>GBA EXPANSION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1A3160"/>
          </a:solidFill>
          <a:ln w="12700">
            <a:solidFill>
              <a:srgbClr val="00B4C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60120"/>
            <a:ext cx="7955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「以香港为示范，逐步延伸至澳门、深圳、广州，打造粤港澳大湾区互联互通的智慧停车网络」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97480" cy="2468880"/>
          </a:xfrm>
          <a:prstGeom prst="rect">
            <a:avLst/>
          </a:prstGeom>
          <a:solidFill>
            <a:srgbClr val="1A3160"/>
          </a:solidFill>
          <a:ln w="25400">
            <a:solidFill>
              <a:srgbClr val="C810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269748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香港市场（当前）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覆盖商业、住宅、政府停车场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78892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八达通+移动支付全面接入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29184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繁体中文+英文双语运营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697480" cy="2468880"/>
          </a:xfrm>
          <a:prstGeom prst="rect">
            <a:avLst/>
          </a:prstGeom>
          <a:solidFill>
            <a:srgbClr val="1A3160"/>
          </a:solidFill>
          <a:ln w="254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737360"/>
            <a:ext cx="269748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澳门延伸（下一步）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28600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复用香港系统框架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278892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接入MOP澳门元支付体系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329184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繁体中文+葡语本地化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2697480" cy="2468880"/>
          </a:xfrm>
          <a:prstGeom prst="rect">
            <a:avLst/>
          </a:prstGeom>
          <a:solidFill>
            <a:srgbClr val="1A3160"/>
          </a:solidFill>
          <a:ln w="25400">
            <a:solidFill>
              <a:srgbClr val="1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737360"/>
            <a:ext cx="2697480" cy="54864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大湾区内地（中长期）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228600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深圳/广州/东莞停车场联网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78892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ETC+微信+支付宝生态打通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29184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3F5"/>
                </a:solidFill>
              </a:rPr>
              <a:t>▶  粤港澳车牌统一识别管理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1920240" cy="502920"/>
          </a:xfrm>
          <a:prstGeom prst="rect">
            <a:avLst/>
          </a:prstGeom>
          <a:solidFill>
            <a:srgbClr val="1A316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6227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CC"/>
                </a:solidFill>
              </a:rPr>
              <a:t>86个城市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71830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6"/>
                </a:solidFill>
              </a:rPr>
              <a:t>大湾区城市群规模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0" y="4434840"/>
            <a:ext cx="1920240" cy="502920"/>
          </a:xfrm>
          <a:prstGeom prst="rect">
            <a:avLst/>
          </a:prstGeom>
          <a:solidFill>
            <a:srgbClr val="1A316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46227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CC"/>
                </a:solidFill>
              </a:rPr>
              <a:t>8,600万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60320" y="471830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6"/>
                </a:solidFill>
              </a:rPr>
              <a:t>常住人口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4434840"/>
            <a:ext cx="1920240" cy="502920"/>
          </a:xfrm>
          <a:prstGeom prst="rect">
            <a:avLst/>
          </a:prstGeom>
          <a:solidFill>
            <a:srgbClr val="1A316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46227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CC"/>
                </a:solidFill>
              </a:rPr>
              <a:t>2,000万+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471830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6"/>
                </a:solidFill>
              </a:rPr>
              <a:t>注册机动车辆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66560" y="4434840"/>
            <a:ext cx="1920240" cy="502920"/>
          </a:xfrm>
          <a:prstGeom prst="rect">
            <a:avLst/>
          </a:prstGeom>
          <a:solidFill>
            <a:srgbClr val="1A316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46227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CC"/>
                </a:solidFill>
              </a:rPr>
              <a:t>万亿级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471830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6"/>
                </a:solidFill>
              </a:rPr>
              <a:t>智慧停车市场规模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0B4CC">
              <a:alpha val="5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为什么选择云上智泊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73152" cy="25603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046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C"/>
                </a:solidFill>
              </a:rPr>
              <a:t>WHY 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唯一深度整合八达通的停车软件平台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96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10年+内地经验，香港本地化交付能力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软件独立，不绑定任何硬件品牌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140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3-5天旧改交付，无需停场施工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8346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21种语言，未来拓展东南亚零障碍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284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2918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纯研发团队，技术响应快，无销售层级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0" y="1005840"/>
            <a:ext cx="3291840" cy="3749040"/>
          </a:xfrm>
          <a:prstGeom prst="rect">
            <a:avLst/>
          </a:prstGeom>
          <a:solidFill>
            <a:srgbClr val="1A3160"/>
          </a:solidFill>
          <a:ln w="25400">
            <a:solidFill>
              <a:srgbClr val="00B4C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005840"/>
            <a:ext cx="3291840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11556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立即联系我们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15087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CC"/>
                </a:solidFill>
              </a:rPr>
              <a:t>Get In Touch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1810512"/>
            <a:ext cx="292608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9385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邮件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19385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contact@yunshangzhibo.com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250545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WhatsApp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25054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+852 XXXX XXXX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3072384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网站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30723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www.yunshangzhibo.com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77840" y="363931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</a:rPr>
              <a:t>地址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36393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3F5"/>
                </a:solidFill>
              </a:rPr>
              <a:t>香港 / 深圳双地运营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4224528"/>
            <a:ext cx="2926080" cy="3657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431596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免费评估您的停车场改造方案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3805</Words>
  <Application>WPS 演示</Application>
  <PresentationFormat>On-screen Show (16:9)</PresentationFormat>
  <Paragraphs>588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香港智慧停车整合解决方案</dc:title>
  <dc:creator>PptxGenJS</dc:creator>
  <dc:subject>PptxGenJS Presentation</dc:subject>
  <cp:lastModifiedBy>巴图姆科技-Chuck Z</cp:lastModifiedBy>
  <cp:revision>3</cp:revision>
  <dcterms:created xsi:type="dcterms:W3CDTF">2026-05-29T03:25:00Z</dcterms:created>
  <dcterms:modified xsi:type="dcterms:W3CDTF">2026-05-29T03:56:54Z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4D24BCEA0D374662A31FEFC76E9CB573_12</vt:lpwstr>
  </property>
  <property fmtid="{D5CDD505-2E9C-101B-9397-08002B2CF9AE}" pid="3" name="KSOProductBuildVer">
    <vt:lpwstr>2052-12.1.0.26375</vt:lpwstr>
  </property>
</Properties>
</file>